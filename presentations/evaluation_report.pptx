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Legal Retrieval System Evaluation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Child Protection &amp; Child Rights Laws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Retrieval Method Performance Comparison</a:t>
            </a:r>
          </a:p>
        </p:txBody>
      </p:sp>
      <p:pic>
        <p:nvPicPr>
          <p:cNvPr id="3" name="Picture 2" descr="evaluation_grap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300493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Legal Retrieval System Evaluation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Child Protection &amp; Child Rights Laws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Retrieval Method Performance Comparison</a:t>
            </a:r>
          </a:p>
        </p:txBody>
      </p:sp>
      <p:pic>
        <p:nvPicPr>
          <p:cNvPr id="3" name="Picture 2" descr="evaluation_grap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3004939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